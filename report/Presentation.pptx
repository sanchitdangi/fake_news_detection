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Fake News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Pipeline</a:t>
            </a:r>
          </a:p>
          <a:p>
            <a:r>
              <a:t>Text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 Articles: 16604</a:t>
            </a:r>
          </a:p>
          <a:p>
            <a:r>
              <a:t>Fake News Articles: 7661</a:t>
            </a:r>
          </a:p>
          <a:p>
            <a:r>
              <a:t>Real News Articles: 8943</a:t>
            </a:r>
          </a:p>
          <a:p>
            <a:r>
              <a:t>Average Words per Article: 307.26</a:t>
            </a:r>
          </a:p>
          <a:p>
            <a:r>
              <a:t>Missing Text Rows Removed: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Accuracy &amp; ROC-AUC</a:t>
            </a:r>
          </a:p>
        </p:txBody>
      </p:sp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133600"/>
          </a:xfrm>
          <a:prstGeom prst="rect">
            <a:avLst/>
          </a:prstGeom>
        </p:spPr>
      </p:pic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</a:t>
            </a:r>
          </a:p>
        </p:txBody>
      </p:sp>
      <p:pic>
        <p:nvPicPr>
          <p:cNvPr id="3" name="Picture 2" descr="cm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560320" cy="2560320"/>
          </a:xfrm>
          <a:prstGeom prst="rect">
            <a:avLst/>
          </a:prstGeom>
        </p:spPr>
      </p:pic>
      <p:pic>
        <p:nvPicPr>
          <p:cNvPr id="4" name="Picture 3" descr="cm_Random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560320" cy="2560320"/>
          </a:xfrm>
          <a:prstGeom prst="rect">
            <a:avLst/>
          </a:prstGeom>
        </p:spPr>
      </p:pic>
      <p:pic>
        <p:nvPicPr>
          <p:cNvPr id="5" name="Picture 4" descr="cm_DistilBERT_(Fine-Tuned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